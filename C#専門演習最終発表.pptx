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57" r:id="rId3"/>
    <p:sldId id="258"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556F72-B2C2-D74A-8423-36775D4A8139}" v="2" dt="2025-11-11T01:34:53.2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35"/>
  </p:normalViewPr>
  <p:slideViewPr>
    <p:cSldViewPr snapToGrid="0">
      <p:cViewPr varScale="1">
        <p:scale>
          <a:sx n="104" d="100"/>
          <a:sy n="104" d="100"/>
        </p:scale>
        <p:origin x="232" y="53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藤田　優太" userId="b6251b16-eb92-4be6-833f-c3ada30c7035" providerId="ADAL" clId="{E940EB3D-F8C8-5157-82B3-FB560FFBAB7A}"/>
    <pc:docChg chg="addSld delSld modSld">
      <pc:chgData name="藤田　優太" userId="b6251b16-eb92-4be6-833f-c3ada30c7035" providerId="ADAL" clId="{E940EB3D-F8C8-5157-82B3-FB560FFBAB7A}" dt="2025-11-11T01:35:28.747" v="310" actId="20577"/>
      <pc:docMkLst>
        <pc:docMk/>
      </pc:docMkLst>
      <pc:sldChg chg="modSp mod">
        <pc:chgData name="藤田　優太" userId="b6251b16-eb92-4be6-833f-c3ada30c7035" providerId="ADAL" clId="{E940EB3D-F8C8-5157-82B3-FB560FFBAB7A}" dt="2025-11-11T01:32:17" v="204" actId="20577"/>
        <pc:sldMkLst>
          <pc:docMk/>
          <pc:sldMk cId="2515203467" sldId="258"/>
        </pc:sldMkLst>
        <pc:spChg chg="mod">
          <ac:chgData name="藤田　優太" userId="b6251b16-eb92-4be6-833f-c3ada30c7035" providerId="ADAL" clId="{E940EB3D-F8C8-5157-82B3-FB560FFBAB7A}" dt="2025-11-11T01:32:17" v="204" actId="20577"/>
          <ac:spMkLst>
            <pc:docMk/>
            <pc:sldMk cId="2515203467" sldId="258"/>
            <ac:spMk id="3" creationId="{77A4A118-5550-0F96-E167-7644861AF940}"/>
          </ac:spMkLst>
        </pc:spChg>
      </pc:sldChg>
      <pc:sldChg chg="addSp modSp mod">
        <pc:chgData name="藤田　優太" userId="b6251b16-eb92-4be6-833f-c3ada30c7035" providerId="ADAL" clId="{E940EB3D-F8C8-5157-82B3-FB560FFBAB7A}" dt="2025-11-11T01:35:28.747" v="310" actId="20577"/>
        <pc:sldMkLst>
          <pc:docMk/>
          <pc:sldMk cId="3306542172" sldId="260"/>
        </pc:sldMkLst>
        <pc:spChg chg="mod">
          <ac:chgData name="藤田　優太" userId="b6251b16-eb92-4be6-833f-c3ada30c7035" providerId="ADAL" clId="{E940EB3D-F8C8-5157-82B3-FB560FFBAB7A}" dt="2025-11-11T01:34:49.859" v="209" actId="20577"/>
          <ac:spMkLst>
            <pc:docMk/>
            <pc:sldMk cId="3306542172" sldId="260"/>
            <ac:spMk id="3" creationId="{FAEDFC7D-7996-A248-2798-BD9022D77828}"/>
          </ac:spMkLst>
        </pc:spChg>
        <pc:spChg chg="add mod">
          <ac:chgData name="藤田　優太" userId="b6251b16-eb92-4be6-833f-c3ada30c7035" providerId="ADAL" clId="{E940EB3D-F8C8-5157-82B3-FB560FFBAB7A}" dt="2025-11-11T01:35:28.747" v="310" actId="20577"/>
          <ac:spMkLst>
            <pc:docMk/>
            <pc:sldMk cId="3306542172" sldId="260"/>
            <ac:spMk id="5" creationId="{31BE46F6-2BAB-A408-E76C-1406534FA868}"/>
          </ac:spMkLst>
        </pc:spChg>
        <pc:picChg chg="add mod">
          <ac:chgData name="藤田　優太" userId="b6251b16-eb92-4be6-833f-c3ada30c7035" providerId="ADAL" clId="{E940EB3D-F8C8-5157-82B3-FB560FFBAB7A}" dt="2025-11-11T01:34:52.400" v="210" actId="1076"/>
          <ac:picMkLst>
            <pc:docMk/>
            <pc:sldMk cId="3306542172" sldId="260"/>
            <ac:picMk id="4" creationId="{584CCA8C-4E1F-2AAE-A95B-FC1CE6FFDA3F}"/>
          </ac:picMkLst>
        </pc:picChg>
      </pc:sldChg>
      <pc:sldChg chg="new del">
        <pc:chgData name="藤田　優太" userId="b6251b16-eb92-4be6-833f-c3ada30c7035" providerId="ADAL" clId="{E940EB3D-F8C8-5157-82B3-FB560FFBAB7A}" dt="2025-11-11T00:43:30.717" v="1" actId="2696"/>
        <pc:sldMkLst>
          <pc:docMk/>
          <pc:sldMk cId="1296453334" sldId="261"/>
        </pc:sldMkLst>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11/11/25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11/11/25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11/11/25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11/11/25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11/11/25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11/11/25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11/11/25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ja-JP" altLang="en-US"/>
              <a:t>マスター タイトルの書式設定</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A16AA21-1863-4931-97CB-99D0A168701B}" type="datetimeFigureOut">
              <a:rPr lang="en-US" smtClean="0"/>
              <a:t>11/11/25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ja-JP" altLang="en-US"/>
              <a:t>マスター タイトルの書式設定</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72C379-9A7C-4C87-A116-CBE9F58B04C5}" type="datetimeFigureOut">
              <a:rPr lang="en-US" smtClean="0"/>
              <a:t>11/11/25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87157CC2-0FC8-4686-B024-99790E0F5162}" type="datetimeFigureOut">
              <a:rPr lang="en-US" smtClean="0"/>
              <a:t>11/11/25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11/11/25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11/11/25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kumimoji="1"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kumimoji="1"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kumimoji="1"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kumimoji="1"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kumimoji="1"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kumimoji="1"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kumimoji="1"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kumimoji="1"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kumimoji="1"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kumimoji="1" sz="16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F0F699-5B71-7CA2-88DC-23DD3D792AC1}"/>
              </a:ext>
            </a:extLst>
          </p:cNvPr>
          <p:cNvSpPr>
            <a:spLocks noGrp="1"/>
          </p:cNvSpPr>
          <p:nvPr>
            <p:ph type="ctrTitle"/>
          </p:nvPr>
        </p:nvSpPr>
        <p:spPr/>
        <p:txBody>
          <a:bodyPr/>
          <a:lstStyle/>
          <a:p>
            <a:r>
              <a:rPr kumimoji="1" lang="en-US" altLang="ja-JP" sz="7200" dirty="0"/>
              <a:t>C#</a:t>
            </a:r>
            <a:r>
              <a:rPr kumimoji="1" lang="ja-JP" altLang="en-US" sz="7200"/>
              <a:t>専門演習＿最終発表</a:t>
            </a:r>
          </a:p>
        </p:txBody>
      </p:sp>
      <p:sp>
        <p:nvSpPr>
          <p:cNvPr id="3" name="字幕 2">
            <a:extLst>
              <a:ext uri="{FF2B5EF4-FFF2-40B4-BE49-F238E27FC236}">
                <a16:creationId xmlns:a16="http://schemas.microsoft.com/office/drawing/2014/main" id="{7250C720-B604-4E7D-E3A2-7BE6A1F6DB45}"/>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034588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7773D5-A3AD-6D97-3FC4-54B0CBD33B59}"/>
              </a:ext>
            </a:extLst>
          </p:cNvPr>
          <p:cNvSpPr>
            <a:spLocks noGrp="1"/>
          </p:cNvSpPr>
          <p:nvPr>
            <p:ph type="title"/>
          </p:nvPr>
        </p:nvSpPr>
        <p:spPr/>
        <p:txBody>
          <a:bodyPr/>
          <a:lstStyle/>
          <a:p>
            <a:r>
              <a:rPr kumimoji="1" lang="ja-JP" altLang="en-US"/>
              <a:t>操作方法</a:t>
            </a:r>
          </a:p>
        </p:txBody>
      </p:sp>
      <p:sp>
        <p:nvSpPr>
          <p:cNvPr id="3" name="コンテンツ プレースホルダー 2">
            <a:extLst>
              <a:ext uri="{FF2B5EF4-FFF2-40B4-BE49-F238E27FC236}">
                <a16:creationId xmlns:a16="http://schemas.microsoft.com/office/drawing/2014/main" id="{CE167CF8-AD3E-54E1-666F-9B9603DB4932}"/>
              </a:ext>
            </a:extLst>
          </p:cNvPr>
          <p:cNvSpPr>
            <a:spLocks noGrp="1"/>
          </p:cNvSpPr>
          <p:nvPr>
            <p:ph idx="1"/>
          </p:nvPr>
        </p:nvSpPr>
        <p:spPr/>
        <p:txBody>
          <a:bodyPr>
            <a:normAutofit/>
          </a:bodyPr>
          <a:lstStyle/>
          <a:p>
            <a:r>
              <a:rPr kumimoji="1" lang="ja-JP" altLang="en-US" sz="2800"/>
              <a:t>カーソルの移動</a:t>
            </a:r>
            <a:r>
              <a:rPr kumimoji="1" lang="en-US" altLang="ja-JP" sz="2800" dirty="0"/>
              <a:t>:←↓↑→</a:t>
            </a:r>
            <a:r>
              <a:rPr kumimoji="1" lang="ja-JP" altLang="en-US" sz="2800"/>
              <a:t>のキー</a:t>
            </a:r>
            <a:endParaRPr kumimoji="1" lang="en-US" altLang="ja-JP" sz="2800" dirty="0"/>
          </a:p>
          <a:p>
            <a:r>
              <a:rPr lang="ja-JP" altLang="en-US" sz="2800"/>
              <a:t>決定</a:t>
            </a:r>
            <a:r>
              <a:rPr lang="en-US" altLang="ja-JP" sz="2800" dirty="0"/>
              <a:t>:Enter</a:t>
            </a:r>
            <a:r>
              <a:rPr lang="ja-JP" altLang="en-US" sz="2800"/>
              <a:t>キー</a:t>
            </a:r>
            <a:endParaRPr lang="en-US" altLang="ja-JP" sz="2800" dirty="0"/>
          </a:p>
          <a:p>
            <a:r>
              <a:rPr kumimoji="1" lang="ja-JP" altLang="en-US" sz="2800"/>
              <a:t>動かす駒の選び直し</a:t>
            </a:r>
            <a:r>
              <a:rPr kumimoji="1" lang="en-US" altLang="ja-JP" sz="2800" dirty="0"/>
              <a:t>:</a:t>
            </a:r>
            <a:r>
              <a:rPr kumimoji="1" lang="en-US" altLang="ja-JP" sz="2800" dirty="0" err="1"/>
              <a:t>BackSpace</a:t>
            </a:r>
            <a:r>
              <a:rPr kumimoji="1" lang="ja-JP" altLang="en-US" sz="2800"/>
              <a:t>キー</a:t>
            </a:r>
          </a:p>
        </p:txBody>
      </p:sp>
    </p:spTree>
    <p:extLst>
      <p:ext uri="{BB962C8B-B14F-4D97-AF65-F5344CB8AC3E}">
        <p14:creationId xmlns:p14="http://schemas.microsoft.com/office/powerpoint/2010/main" val="3472617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39ED00-1FD9-DE01-7C02-DDC383ED7BAC}"/>
              </a:ext>
            </a:extLst>
          </p:cNvPr>
          <p:cNvSpPr>
            <a:spLocks noGrp="1"/>
          </p:cNvSpPr>
          <p:nvPr>
            <p:ph type="title"/>
          </p:nvPr>
        </p:nvSpPr>
        <p:spPr>
          <a:xfrm>
            <a:off x="1066800" y="176288"/>
            <a:ext cx="10058400" cy="1014559"/>
          </a:xfrm>
        </p:spPr>
        <p:txBody>
          <a:bodyPr/>
          <a:lstStyle/>
          <a:p>
            <a:r>
              <a:rPr lang="ja-JP" altLang="en-US"/>
              <a:t>反省点</a:t>
            </a:r>
            <a:endParaRPr kumimoji="1" lang="ja-JP" altLang="en-US"/>
          </a:p>
        </p:txBody>
      </p:sp>
      <p:sp>
        <p:nvSpPr>
          <p:cNvPr id="3" name="コンテンツ プレースホルダー 2">
            <a:extLst>
              <a:ext uri="{FF2B5EF4-FFF2-40B4-BE49-F238E27FC236}">
                <a16:creationId xmlns:a16="http://schemas.microsoft.com/office/drawing/2014/main" id="{77A4A118-5550-0F96-E167-7644861AF940}"/>
              </a:ext>
            </a:extLst>
          </p:cNvPr>
          <p:cNvSpPr>
            <a:spLocks noGrp="1"/>
          </p:cNvSpPr>
          <p:nvPr>
            <p:ph idx="1"/>
          </p:nvPr>
        </p:nvSpPr>
        <p:spPr>
          <a:xfrm>
            <a:off x="1069848" y="1552353"/>
            <a:ext cx="10058400" cy="4619847"/>
          </a:xfrm>
        </p:spPr>
        <p:txBody>
          <a:bodyPr>
            <a:normAutofit/>
          </a:bodyPr>
          <a:lstStyle/>
          <a:p>
            <a:r>
              <a:rPr kumimoji="1" lang="ja-JP" altLang="en-US" sz="2400"/>
              <a:t>「持ち駒」というルールを昨日まで知らな</a:t>
            </a:r>
            <a:r>
              <a:rPr lang="ja-JP" altLang="en-US" sz="2400"/>
              <a:t>かった</a:t>
            </a:r>
            <a:endParaRPr lang="en-US" altLang="ja-JP" sz="2400" dirty="0"/>
          </a:p>
          <a:p>
            <a:pPr lvl="1"/>
            <a:r>
              <a:rPr lang="ja-JP" altLang="en-US" sz="2200"/>
              <a:t>しっかりとルールを調べてから作るべきだった</a:t>
            </a:r>
            <a:br>
              <a:rPr lang="en-US" altLang="ja-JP" sz="2200" dirty="0"/>
            </a:br>
            <a:br>
              <a:rPr lang="en-US" altLang="ja-JP" sz="2200" dirty="0"/>
            </a:br>
            <a:endParaRPr lang="en-US" altLang="ja-JP" sz="2200" dirty="0"/>
          </a:p>
          <a:p>
            <a:r>
              <a:rPr kumimoji="1" lang="ja-JP" altLang="en-US" sz="2400"/>
              <a:t>見切り発車が過ぎたのでもう少し考えてから書き始めるべきだと感じた</a:t>
            </a:r>
            <a:endParaRPr kumimoji="1" lang="en-US" altLang="ja-JP" sz="2400" dirty="0"/>
          </a:p>
          <a:p>
            <a:pPr lvl="1"/>
            <a:r>
              <a:rPr lang="ja-JP" altLang="en-US" sz="2200"/>
              <a:t>何にも使われない基底クラスが生まれたりしていて後から大変だった</a:t>
            </a:r>
            <a:endParaRPr kumimoji="1" lang="en-US" altLang="ja-JP" sz="2200" dirty="0"/>
          </a:p>
        </p:txBody>
      </p:sp>
    </p:spTree>
    <p:extLst>
      <p:ext uri="{BB962C8B-B14F-4D97-AF65-F5344CB8AC3E}">
        <p14:creationId xmlns:p14="http://schemas.microsoft.com/office/powerpoint/2010/main" val="2515203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16DE7-109F-8AA1-38CB-3C185F12E6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0DD3ED-FEB3-CA6C-799D-2984F7AAB645}"/>
              </a:ext>
            </a:extLst>
          </p:cNvPr>
          <p:cNvSpPr>
            <a:spLocks noGrp="1"/>
          </p:cNvSpPr>
          <p:nvPr>
            <p:ph type="title"/>
          </p:nvPr>
        </p:nvSpPr>
        <p:spPr>
          <a:xfrm>
            <a:off x="1066800" y="176288"/>
            <a:ext cx="10058400" cy="1014559"/>
          </a:xfrm>
        </p:spPr>
        <p:txBody>
          <a:bodyPr/>
          <a:lstStyle/>
          <a:p>
            <a:r>
              <a:rPr lang="ja-JP" altLang="en-US"/>
              <a:t>良かったと思う点</a:t>
            </a:r>
            <a:endParaRPr kumimoji="1" lang="ja-JP" altLang="en-US"/>
          </a:p>
        </p:txBody>
      </p:sp>
      <p:sp>
        <p:nvSpPr>
          <p:cNvPr id="3" name="コンテンツ プレースホルダー 2">
            <a:extLst>
              <a:ext uri="{FF2B5EF4-FFF2-40B4-BE49-F238E27FC236}">
                <a16:creationId xmlns:a16="http://schemas.microsoft.com/office/drawing/2014/main" id="{FAEDFC7D-7996-A248-2798-BD9022D77828}"/>
              </a:ext>
            </a:extLst>
          </p:cNvPr>
          <p:cNvSpPr>
            <a:spLocks noGrp="1"/>
          </p:cNvSpPr>
          <p:nvPr>
            <p:ph idx="1"/>
          </p:nvPr>
        </p:nvSpPr>
        <p:spPr>
          <a:xfrm>
            <a:off x="1069848" y="1552353"/>
            <a:ext cx="10058400" cy="4619847"/>
          </a:xfrm>
        </p:spPr>
        <p:txBody>
          <a:bodyPr>
            <a:normAutofit/>
          </a:bodyPr>
          <a:lstStyle/>
          <a:p>
            <a:r>
              <a:rPr lang="ja-JP" altLang="en-US" sz="2400"/>
              <a:t>シングルトンパターンとステートパターンをうまく使えたと感じた</a:t>
            </a:r>
            <a:br>
              <a:rPr lang="en-US" altLang="ja-JP" sz="2400" dirty="0"/>
            </a:br>
            <a:endParaRPr lang="en-US" altLang="ja-JP" sz="2400" dirty="0"/>
          </a:p>
          <a:p>
            <a:r>
              <a:rPr lang="ja-JP" altLang="en-US" sz="2400"/>
              <a:t>今回は使わなかったが盤面を大きくすることや、駒を追加するようなカスタマイズが容易な形で実装することができた</a:t>
            </a:r>
            <a:endParaRPr lang="en-US" altLang="ja-JP" sz="2200" dirty="0"/>
          </a:p>
          <a:p>
            <a:endParaRPr kumimoji="1" lang="en-US" altLang="ja-JP" sz="2400" dirty="0"/>
          </a:p>
        </p:txBody>
      </p:sp>
      <p:pic>
        <p:nvPicPr>
          <p:cNvPr id="4" name="図 3">
            <a:extLst>
              <a:ext uri="{FF2B5EF4-FFF2-40B4-BE49-F238E27FC236}">
                <a16:creationId xmlns:a16="http://schemas.microsoft.com/office/drawing/2014/main" id="{584CCA8C-4E1F-2AAE-A95B-FC1CE6FFDA3F}"/>
              </a:ext>
            </a:extLst>
          </p:cNvPr>
          <p:cNvPicPr>
            <a:picLocks noChangeAspect="1"/>
          </p:cNvPicPr>
          <p:nvPr/>
        </p:nvPicPr>
        <p:blipFill>
          <a:blip r:embed="rId2"/>
          <a:stretch>
            <a:fillRect/>
          </a:stretch>
        </p:blipFill>
        <p:spPr>
          <a:xfrm>
            <a:off x="1233616" y="3330935"/>
            <a:ext cx="7772400" cy="2647839"/>
          </a:xfrm>
          <a:prstGeom prst="rect">
            <a:avLst/>
          </a:prstGeom>
        </p:spPr>
      </p:pic>
      <p:sp>
        <p:nvSpPr>
          <p:cNvPr id="5" name="テキスト ボックス 4">
            <a:extLst>
              <a:ext uri="{FF2B5EF4-FFF2-40B4-BE49-F238E27FC236}">
                <a16:creationId xmlns:a16="http://schemas.microsoft.com/office/drawing/2014/main" id="{31BE46F6-2BAB-A408-E76C-1406534FA868}"/>
              </a:ext>
            </a:extLst>
          </p:cNvPr>
          <p:cNvSpPr txBox="1"/>
          <p:nvPr/>
        </p:nvSpPr>
        <p:spPr>
          <a:xfrm>
            <a:off x="1066801" y="6413157"/>
            <a:ext cx="8349048" cy="369332"/>
          </a:xfrm>
          <a:prstGeom prst="rect">
            <a:avLst/>
          </a:prstGeom>
          <a:noFill/>
        </p:spPr>
        <p:txBody>
          <a:bodyPr wrap="square" rtlCol="0">
            <a:spAutoFit/>
          </a:bodyPr>
          <a:lstStyle/>
          <a:p>
            <a:r>
              <a:rPr kumimoji="1" lang="en-US" altLang="ja-JP" dirty="0"/>
              <a:t>↑</a:t>
            </a:r>
            <a:r>
              <a:rPr kumimoji="1" lang="ja-JP" altLang="en-US"/>
              <a:t> 参考までに竜王の実装はこれだけで済んでいます</a:t>
            </a:r>
          </a:p>
        </p:txBody>
      </p:sp>
    </p:spTree>
    <p:extLst>
      <p:ext uri="{BB962C8B-B14F-4D97-AF65-F5344CB8AC3E}">
        <p14:creationId xmlns:p14="http://schemas.microsoft.com/office/powerpoint/2010/main" val="33065421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版活字">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木版活字</Template>
  <TotalTime>64</TotalTime>
  <Words>129</Words>
  <Application>Microsoft Macintosh PowerPoint</Application>
  <PresentationFormat>ワイド画面</PresentationFormat>
  <Paragraphs>14</Paragraphs>
  <Slides>4</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vt:i4>
      </vt:variant>
    </vt:vector>
  </HeadingPairs>
  <TitlesOfParts>
    <vt:vector size="11" baseType="lpstr">
      <vt:lpstr>Arial</vt:lpstr>
      <vt:lpstr>Calibri</vt:lpstr>
      <vt:lpstr>Rockwell</vt:lpstr>
      <vt:lpstr>Rockwell Condensed</vt:lpstr>
      <vt:lpstr>Rockwell Extra Bold</vt:lpstr>
      <vt:lpstr>Wingdings</vt:lpstr>
      <vt:lpstr>木版活字</vt:lpstr>
      <vt:lpstr>C#専門演習＿最終発表</vt:lpstr>
      <vt:lpstr>操作方法</vt:lpstr>
      <vt:lpstr>反省点</vt:lpstr>
      <vt:lpstr>良かったと思う点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藤田　優太</dc:creator>
  <cp:lastModifiedBy>藤田　優太</cp:lastModifiedBy>
  <cp:revision>1</cp:revision>
  <dcterms:created xsi:type="dcterms:W3CDTF">2025-11-11T00:31:18Z</dcterms:created>
  <dcterms:modified xsi:type="dcterms:W3CDTF">2025-11-11T01:35:33Z</dcterms:modified>
</cp:coreProperties>
</file>